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6D9F7"/>
                </a:solidFill>
                <a:latin typeface="Microsoft YaHei"/>
                <a:ea typeface="Microsoft YaHei"/>
                <a:cs typeface="Microsoft YaHei"/>
              </a:rPr>
              <a:t>AI 驱动 · 不用 RPA · 第三方数据 + 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Amazon 对标选品系统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7E9FB"/>
                </a:solidFill>
                <a:latin typeface="Microsoft YaHei"/>
                <a:ea typeface="Microsoft YaHei"/>
                <a:cs typeface="Microsoft YaHei"/>
              </a:rPr>
              <a:t>上传报关单,AI 自动推荐可用的亚马逊对标链接,并讲清每一条理由 —— 越用越准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7CBF2"/>
                </a:solidFill>
                <a:latin typeface="Microsoft YaHei"/>
                <a:ea typeface="Microsoft YaHei"/>
                <a:cs typeface="Microsoft YaHei"/>
              </a:rPr>
              <a:t>销售方案 · [公司名称]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现状 · 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人工对标,有多难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看懂中文品名 → 翻成英文 → 在历史库里翻找有没有现成对标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没有就上亚马逊(多国站点),用 4–5 种排序一个个搜、一张张点开看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每个候选还要去欧盟商标库查品牌、核对材质、核对原产地(必须中国)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一个商品 10–20 分钟:繁琐、跨多网站、大量重复判断、易漏易错、合规有风险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10515600" cy="82296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这正是 AI + 数据最该替代的环节:判断多、重复高、跨系统。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我们的方案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一句话:让 AI 帮你找对标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上传报关单 → AI 自动推荐</a:t>
            </a:r>
            <a:r>
              <a:rPr sz="26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「可用」的亚马逊对标链接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并对每一条说清为什么是它;用得越多,知识库越准、越快。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不用 RPA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用第三方官方数据,不碰反爬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0233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224528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有据可依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价格 / 销量 / 评论 + AI 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0233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4224528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越用越准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用户反馈沉淀长期知识库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怎么工作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全流程自动,人只做最后确认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上传表格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194560"/>
            <a:ext cx="164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219456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19456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AI 解析归一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94560"/>
            <a:ext cx="164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219456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219456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AI 翻译关键词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4" y="2194560"/>
            <a:ext cx="164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3176" y="219456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219456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第三方数据检索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AI 相似度分析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246120"/>
            <a:ext cx="164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62072" y="324612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62072" y="324612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三重核验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3246120"/>
            <a:ext cx="164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2624" y="324612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324612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按要求择优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3246120"/>
            <a:ext cx="164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3246120"/>
            <a:ext cx="1965960" cy="566928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3176" y="324612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推荐可用链接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9768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用户反馈入库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297680"/>
            <a:ext cx="164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62072" y="4297680"/>
            <a:ext cx="1965960" cy="566928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4297680"/>
            <a:ext cx="1965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反哺推荐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亮点:三重核验(商标/材质/原产地)+ 按你的要求择优(最便宜/目标价)+ 反馈入库,越用越准。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三件事,做到极致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  1 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AI 解析表格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报关单 / 装箱单(Excel / PDF / 图片)自动解析、字段归一;中英混排、只给材质也能读懂。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04288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  2 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AI 推荐可用链接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电商翻译 → 第三方数据检索 → 相似度分析 → 三重核验 → 按要求择优,推荐含价格/销量/评论的可用对标。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04288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  3 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长期知识库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用户采纳/否决持续回流入库,沉淀客户专属对标知识库,同类下次秒级命中,越用越准越快。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比几千块的普通脚本,聪明在哪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916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普通脚本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916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我们的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翻译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6596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词典逐词直译,模板一变就崩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25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电商语境翻译,买家真实搜索词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2432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查找对标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24328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关键词精确匹配,差一个字就找不到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24328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25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语义检索 + 第三方数据,相似即命中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82696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判断同款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82696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撞词就算 / 人工肉眼一个个看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282696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25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多模态相关性,自动排掉不同款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4106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商标合规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941064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多数不查,漏检 = 合规风险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941064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25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AI 揪品牌词 → EUIPO 商标库核验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9943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适应性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99432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页面/模板一改就失效,常维护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599432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25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自适应,稳定、维护轻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25780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黑箱,出错要人收拾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25780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250" b="0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每条对标都给详细理由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不用 RPA:第三方数据 API +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合法、稳定、可预算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用第三方官方商用数据 API,不碰反爬、不踩验证码、无封号风险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上线快、维护轻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无需住宅代理与反爬对抗,合规清晰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数据天生适配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第三方数据自带价格历史 + 销量 + 评论,正好满足销量/评分/最便宜的选品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0515600" cy="914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成本对照:自建 RPA 首年约 ¥22 万 – ¥54 万 </a:t>
            </a:r>
            <a:r>
              <a:rPr sz="16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→ 本方案首年 ≈ ¥3.1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可自定义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只推符合你要求的,再选最划算的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硬性要求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原产地中国 · 排除品牌 · 材质匹配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0428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条件门槛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最低评论数(销量)· 最低评分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0428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选品目标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最便宜 或 最接近目标价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先按要求筛掉不合格候选,再在合格里按目标择优。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要求可一键存为预设(稳妥合规 / 成本优先 / 对标某价位…);也支持自然语言:「找最便宜的」「目标价 €15」「评论过千」。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数据资产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越用越值钱:你的专属对标知识库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每次采纳 / 否决都回流入库,持续校准 AI 推荐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越用越快越准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同类商品下次秒级命中,命中率随使用上升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沉淀为资产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形成客户专属对标库,数据越厚壁垒越高、粘性越强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投资回报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省时、省人、零漏检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~20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人工 / 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031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秒级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918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系统 / 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≈ 80×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918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效率提升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1031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28600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2918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核验漏检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97680"/>
            <a:ext cx="10515600" cy="914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商标、材质、原产地一个都不会漏查;全天候不间断 · 首年总投入 ≈ ¥3.1 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报价与交付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一口价,零门槛先跑起来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一次性开发(打包,核心 7 项):¥15,000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表格解析 / 对标推荐 / 三重核验 / 选品引擎 / 数据库 / 知识库 / 部署培训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月度运营:约 ¥1,400 – ¥4,300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数据订阅 + AI 调用 + 服务器(商标核验用官方公开数据,免费)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🎁 赠送前 3 个月运营 · 交付 4–6 周 · 付款 50/30/20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     首年总投入 ≈ ¥3.1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可分期扩展(架构预留,核心不重构)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AI 自动填表 + 审核台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批量填表、逐条通过/驳回、自然语言操作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04288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工单接入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飞书 / 企业微信 / 邮箱自动收单、读聊天与附件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79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7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结果导出 / 回写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CSV 导出、回写客户数据库 / ERP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79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41647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600" b="1">
                <a:solidFill>
                  <a:srgbClr val="16181D"/>
                </a:solidFill>
                <a:latin typeface="Microsoft YaHei"/>
                <a:ea typeface="Microsoft YaHei"/>
                <a:cs typeface="Microsoft YaHei"/>
              </a:rPr>
              <a:t>多站点扩展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B5260"/>
                </a:solidFill>
                <a:latin typeface="Microsoft YaHei"/>
                <a:ea typeface="Microsoft YaHei"/>
                <a:cs typeface="Microsoft YaHei"/>
              </a:rPr>
              <a:t>亚马逊其他国家站点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LinkFinder · AI 对标选品系统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0A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现场看效果,90 秒看懂价值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7E9FB"/>
                </a:solidFill>
                <a:latin typeface="Microsoft YaHei"/>
                <a:ea typeface="Microsoft YaHei"/>
                <a:cs typeface="Microsoft YaHei"/>
              </a:rPr>
              <a:t>在线演示:https://amazon-linkfinder-demo.vercel.app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7CBF2"/>
                </a:solidFill>
                <a:latin typeface="Microsoft YaHei"/>
                <a:ea typeface="Microsoft YaHei"/>
                <a:cs typeface="Microsoft YaHei"/>
              </a:rPr>
              <a:t>联系:[联系人] · [电话] · [邮箱]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